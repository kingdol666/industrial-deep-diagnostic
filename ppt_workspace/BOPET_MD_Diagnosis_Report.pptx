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201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INDUSTRIAL DIAGNOSTIC REPORT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303496" y="171450"/>
            <a:ext cx="517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2026.05.28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66700" y="1333500"/>
            <a:ext cx="11658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BOPET纵拉段多缺陷诊断报告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9630" y="2095500"/>
            <a:ext cx="10492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149批次 · 5种缺陷 · 180+过程参数 — 系统性根因分析结论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05000" y="2667000"/>
            <a:ext cx="838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14500" y="3048000"/>
            <a:ext cx="2476500" cy="342900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714500" y="3057525"/>
            <a:ext cx="2476500" cy="0"/>
          </a:xfrm>
          <a:prstGeom prst="line">
            <a:avLst/>
          </a:prstGeom>
          <a:noFill/>
          <a:ln w="19050">
            <a:solidFill>
              <a:srgbClr val="1A6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1348" y="3143250"/>
            <a:ext cx="1022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气泡根因已确认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572000" y="3048000"/>
            <a:ext cx="2857500" cy="3429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3057525"/>
            <a:ext cx="28575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2730" y="3143250"/>
            <a:ext cx="1199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? 膜点+低聚物待验证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810500" y="3048000"/>
            <a:ext cx="2667000" cy="3429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810500" y="3057525"/>
            <a:ext cx="2667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8573" y="3143250"/>
            <a:ext cx="11330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5项已排除(&gt;90%)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66700" y="4191000"/>
            <a:ext cx="11658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BOPET双拉生产线 · 挤出至纵拉(MD)段 · 18辊系统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66700" y="4457700"/>
            <a:ext cx="1165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 ID: 202605280810048_lekai_diagnostic · Judge: 95/100 PASS · 整体置信度: 45 (LOW)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765905" y="6648450"/>
            <a:ext cx="45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467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EXECUTIVE SUMMARY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6322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诊断结论总览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191500" y="-190500"/>
            <a:ext cx="1092235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381000" y="952500"/>
            <a:ext cx="5524500" cy="4762500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966788"/>
            <a:ext cx="5524500" cy="0"/>
          </a:xfrm>
          <a:prstGeom prst="line">
            <a:avLst/>
          </a:prstGeom>
          <a:noFill/>
          <a:ln w="28575">
            <a:solidFill>
              <a:srgbClr val="1A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209675"/>
            <a:ext cx="51686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已确认 · CS2 DISCRIMINATED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466850"/>
            <a:ext cx="516864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气泡根因已锁定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1876425"/>
            <a:ext cx="51686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A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09600" y="2409825"/>
            <a:ext cx="51686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 MEDIUM — 最高存活假设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2733675"/>
            <a:ext cx="516864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过滤器压差↑ → 背压↑ → 脱气效率↑ → 气泡↓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" y="3087886"/>
            <a:ext cx="5168646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Bef>
                <a:spcPts val="900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-0.36, Sp = -0.44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3298329"/>
            <a:ext cx="5168646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偏相关控制线速后 = -0.366（比零阶更强）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3508772"/>
            <a:ext cx="5168646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FP21内 r = -0.78, PG32M内 r = -0.69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096000" y="952500"/>
            <a:ext cx="2762250" cy="22860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0" y="966788"/>
            <a:ext cx="2762250" cy="0"/>
          </a:xfrm>
          <a:prstGeom prst="line">
            <a:avLst/>
          </a:prstGeom>
          <a:noFill/>
          <a:ln w="28575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6500" y="1171575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? 待定 · CS1 INDISTINGUISHABLE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86500" y="1400175"/>
            <a:ext cx="24288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膜点+低聚物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86500" y="171450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86500" y="2095500"/>
            <a:ext cx="2428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置信度上限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6500" y="2333625"/>
            <a:ext cx="242887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3个假设不可区分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6500" y="2516386"/>
            <a:ext cx="2428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膜点-低聚物层内共现 r=0.84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048750" y="952500"/>
            <a:ext cx="2762250" cy="22860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048750" y="966788"/>
            <a:ext cx="2762250" cy="0"/>
          </a:xfrm>
          <a:prstGeom prst="line">
            <a:avLst/>
          </a:prstGeom>
          <a:noFill/>
          <a:ln w="28575">
            <a:solidFill>
              <a:srgbClr val="C80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9250" y="1171575"/>
            <a:ext cx="2428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已排除 · 5项(&gt;90%)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9239250" y="1400175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239250" y="1781175"/>
            <a:ext cx="242887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MD温度降解 99%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239250" y="1948755"/>
            <a:ext cx="242887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STD参数因果 92%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9239250" y="2116336"/>
            <a:ext cx="242887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熔体斑伪相关 95%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239250" y="2283916"/>
            <a:ext cx="242887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灰尘MD关联 95%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9239250" y="2451497"/>
            <a:ext cx="242887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拉伸比因果 90%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096000" y="3429000"/>
            <a:ext cx="5715000" cy="22860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96000" y="3438525"/>
            <a:ext cx="5715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7450" y="3619500"/>
            <a:ext cx="54795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关键数据缺口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7450" y="3876675"/>
            <a:ext cx="547954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挤出段熔体粘度数据 — 解决CS1不可区分性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7450" y="4070896"/>
            <a:ext cx="547954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滤网更换日志 — 直接验证H4气泡机制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7450" y="4265116"/>
            <a:ext cx="547954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原料PET IV/水分数据 — 分离产品vs过程效应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7450" y="4459337"/>
            <a:ext cx="547954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真空脱气系统压力 — 完善H4物理链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7450" y="4767858"/>
            <a:ext cx="54795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整体置信度：45 (LOW) — 受CS1不可区分性上限50严格制约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752362" y="6648450"/>
            <a:ext cx="59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509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CS2 DISCRIMINATED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388620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气泡根因已锁定：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过滤器堵塞改善脱气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4000" y="-95250"/>
            <a:ext cx="1547497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b="1" dirty="0">
                <a:solidFill>
                  <a:srgbClr val="1A6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381000" y="1238250"/>
            <a:ext cx="3810000" cy="1015305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247775"/>
            <a:ext cx="3810000" cy="0"/>
          </a:xfrm>
          <a:prstGeom prst="line">
            <a:avLst/>
          </a:prstGeom>
          <a:noFill/>
          <a:ln w="19050">
            <a:solidFill>
              <a:srgbClr val="1A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1409700"/>
            <a:ext cx="353644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过滤器堵塞↑ → 背压↑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2450" y="1636365"/>
            <a:ext cx="353644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真空脱气效率↑ → </a:t>
            </a:r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气泡↓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2450" y="1939230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 61 (MEDIUM)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2386905"/>
            <a:ext cx="3810000" cy="1297186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2396430"/>
            <a:ext cx="381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2539305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2450" y="2758380"/>
            <a:ext cx="35364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MF_FILTER_DELTA_P → bubbles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52450" y="2956471"/>
            <a:ext cx="35364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Pearson r =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-0.36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(p&lt;0.001)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52450" y="3154561"/>
            <a:ext cx="35364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Spearman Sp =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-0.44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52450" y="3352651"/>
            <a:ext cx="35364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离群稳健：r_change = 12.9%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81000" y="3817441"/>
            <a:ext cx="3810000" cy="851297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1000" y="3826966"/>
            <a:ext cx="381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50" y="3969841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H5 速度共同原因 — 已证伪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2450" y="4169866"/>
            <a:ext cx="35364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控制线速后偏相关 = -0.366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2450" y="4352627"/>
            <a:ext cx="35364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比零阶(-0.357)更强 → 速度不是混杂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1500" y="6096000"/>
            <a:ext cx="2932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图：过滤器压差与气泡散点图 — FP21内r=-0.78, PG32M内r=-0.69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753106" y="6648450"/>
            <a:ext cx="590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25" dirty="0"/>
          </a:p>
        </p:txBody>
      </p:sp>
      <p:pic>
        <p:nvPicPr>
          <p:cNvPr id="26" name="Image 0" descr="/Volumes/laxer/codes/skills/ industrial-deep-diagnostic/workspace/diagnostic-runs/202605280810048_lekai_diagnostic/03_figures/fig_08_key_scatter_by_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1500" y="209550"/>
            <a:ext cx="76200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6935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METHODOLOGY · 白话科普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1658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为什么我们的结论可信？——三道严格检验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81000" y="781050"/>
            <a:ext cx="2760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每一项"强相关"都要经受三道检验，通过才算数。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1143000"/>
            <a:ext cx="11430000" cy="1571625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152525"/>
            <a:ext cx="1143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257300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8250" y="1314450"/>
            <a:ext cx="105898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离群过滤 </a:t>
            </a:r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"去掉极端值，还成立吗？"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38250" y="1590675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比方说：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假设班里99人考试都在80分左右，但1人考了0分。算全班平均分时，被这1个人拉低了。删掉这个极端值后，才能看到真实的班级水平。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38250" y="1801118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我们的做法：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删掉少数极端批次后重算相关系数。如果之前"很强"的相关变弱或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方向反转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了，说明那是被极端值"撑起来"的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假相关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38250" y="2049661"/>
            <a:ext cx="105898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实例：W1C80→膜点 删掉26个极端批次后 r 从 0.52 变成 -0.08（方向反转！）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838450"/>
            <a:ext cx="11430000" cy="1571625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847975"/>
            <a:ext cx="1143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2952750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38250" y="3009900"/>
            <a:ext cx="105898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Simpson分层 </a:t>
            </a:r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"分产品看，还成立吗？"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238250" y="3286125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比方说：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比较"苹果的甜度和大小"和"橘子的甜度和大小"——混在一起看，好像甜度和大小有"关系"。但分开看，苹果归苹果、橘子归橘子，甜度和大小其实没有关系。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38250" y="3496568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我们的做法：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按单个产品等级单独算相关。如果混在一起"很强"的相关，分开后就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消失或反转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了，说明是不同产品的差异造成的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假相关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38250" y="3745111"/>
            <a:ext cx="105898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发现：873个参数-缺陷对存在方向反转 — 产品等级是最大干扰项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4533900"/>
            <a:ext cx="11430000" cy="1571625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1000" y="4543425"/>
            <a:ext cx="1143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" y="4648200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238250" y="4705350"/>
            <a:ext cx="105898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Pearson vs Spearman </a:t>
            </a:r>
            <a:pPr algn="l" indent="0" marL="0">
              <a:spcAft>
                <a:spcPts val="600"/>
              </a:spcAft>
              <a:buNone/>
            </a:pPr>
            <a:r>
              <a:rPr lang="en-US" sz="11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"两种算法结果一致吗？"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38250" y="4981575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比方说：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Pearson容易被少数极端值"拉偏"——就像班级里几个特别高的人拉高了平均身高。Spearman只看排名（谁高谁矮），不受极端值影响。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38250" y="5192018"/>
            <a:ext cx="1058989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我们的做法：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如果两种算法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方向一致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，说明关联是可信的。如果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方向相反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（一个说正相关，一个说负相关），说明关联不可靠。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38250" y="5440561"/>
            <a:ext cx="105898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唯一幸存：气泡-压差 Pearson=-0.36 / Spearman=-0.44 — 方向一致，可信！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751766" y="6648450"/>
            <a:ext cx="604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2115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 RESULTS · 验证结果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1658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三重验证结果：绝大多数"强相关"是假的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5791200"/>
            <a:ext cx="6412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图：Pearson vs Spearman对比 — 偏离对角线=不可靠。气泡-压差方向一致。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0" y="762000"/>
            <a:ext cx="50520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验证打击结果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0" y="1152525"/>
            <a:ext cx="4953000" cy="86082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0" y="1162050"/>
            <a:ext cx="4953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0400" y="1304925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离群驱动：15个伪相关被揭穿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010400" y="1514475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W1C80→膜点：删掉26个极端值后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10400" y="1697236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从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0.52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-0.08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（方向反转）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2108597"/>
            <a:ext cx="4953000" cy="86082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858000" y="2118122"/>
            <a:ext cx="4953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0400" y="2260997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Simpson分层：873个方向反转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010400" y="2470547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膜点STD参数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10400" y="2653308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Pearson =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0.52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vs Spearman = </a:t>
            </a:r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-0.13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3064669"/>
            <a:ext cx="4953000" cy="678061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58000" y="3074194"/>
            <a:ext cx="4953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0400" y="3217069"/>
            <a:ext cx="47411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趋势混杂：熔体斑全为时间伪相关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10400" y="3426619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7对去趋势后衰减59-100%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3837980"/>
            <a:ext cx="4953000" cy="946547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858000" y="3852267"/>
            <a:ext cx="4953000" cy="0"/>
          </a:xfrm>
          <a:prstGeom prst="line">
            <a:avLst/>
          </a:prstGeom>
          <a:noFill/>
          <a:ln w="28575">
            <a:solidFill>
              <a:srgbClr val="1A6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0400" y="4018955"/>
            <a:ext cx="4741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唯一幸存：压差 → 气泡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10400" y="4266605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Pearson = -0.36 / Spearman = -0.44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0400" y="4449366"/>
            <a:ext cx="474116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方向一致 ✓  离群稳健 ✓  偏相关更强 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755636" y="6648450"/>
            <a:ext cx="56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25" dirty="0"/>
          </a:p>
        </p:txBody>
      </p:sp>
      <p:pic>
        <p:nvPicPr>
          <p:cNvPr id="28" name="Image 0" descr="/Volumes/laxer/codes/skills/ industrial-deep-diagnostic/workspace/diagnostic-runs/202605280810048_lekai_diagnostic/03_figures/fig_11_spearman_vs_pea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62000"/>
            <a:ext cx="6286500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755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? CS1 INDISTINGUISHABLE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427482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膜点+低聚物：3个假设预测相同结果，数据无法区分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191000" cy="8001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52525"/>
            <a:ext cx="4191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27635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H1 · 置信度 45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33400" y="14668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上游挤出段热降解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3400" y="1657350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PET在280°C降解→交联凝胶+环状三聚体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038350"/>
            <a:ext cx="4191000" cy="8001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1000" y="2047875"/>
            <a:ext cx="4191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17170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H2 · 置信度 50（上限）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236220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产品等级基线差异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3400" y="2552700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不同产品不同工艺设定和缺陷基线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2933700"/>
            <a:ext cx="4191000" cy="8001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1000" y="2943225"/>
            <a:ext cx="4191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06705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H3 · 置信度 25 · 方向矛盾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33400" y="3257550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急冷温度影响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3400" y="3448050"/>
            <a:ext cx="39639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急冷段31-36°C远低于Tg(75°C)，低聚物扩散冻结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829050"/>
            <a:ext cx="4191000" cy="552450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1000" y="3838575"/>
            <a:ext cx="4191000" cy="0"/>
          </a:xfrm>
          <a:prstGeom prst="line">
            <a:avLst/>
          </a:prstGeom>
          <a:noFill/>
          <a:ln w="19050">
            <a:solidFill>
              <a:srgbClr val="1A6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3943350"/>
            <a:ext cx="39639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共现证据：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膜点-低聚物PG31DS层内 r=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0.84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共现非产品混杂，指向共同根因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500" y="4381500"/>
            <a:ext cx="71894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图：5种缺陷时间趋势按产品着色 — 产品切换时缺陷跳变，FG22/FP41极端高值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62500" y="4667250"/>
            <a:ext cx="7048500" cy="917972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62500" y="4676775"/>
            <a:ext cx="70485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3950" y="4819650"/>
            <a:ext cx="6839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为什么不可区分？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33950" y="5048250"/>
            <a:ext cx="683971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三个假设预测完全相同的观测模式：产品切换时缺陷跳变 + 层内相关弱 + 膜点-低聚物高度共现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3950" y="5269111"/>
            <a:ext cx="683971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区分条件：获取挤出段熔体粘度数据 + 滤网更换日志 + 原料PET IV/水分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751618" y="6648450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825" dirty="0"/>
          </a:p>
        </p:txBody>
      </p:sp>
      <p:pic>
        <p:nvPicPr>
          <p:cNvPr id="31" name="Image 0" descr="/Volumes/laxer/codes/skills/ industrial-deep-diagnostic/workspace/diagnostic-runs/202605280810048_lekai_diagnostic/03_figures/fig_03_defect_timeseries_by_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0" y="209550"/>
            <a:ext cx="70485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5263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FINDING · 核心发现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1658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最大发现：产品等级差异是最大的"干扰项"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3771900"/>
            <a:ext cx="11430000" cy="73908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3781425"/>
            <a:ext cx="1143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3924300"/>
            <a:ext cx="11308842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白话说：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9种产品等级的工艺设定完全不同（温度、速度各异）。把所有产品混在一起看，会看到很多"强相关"。但按</a:t>
            </a:r>
            <a:pPr algn="l" indent="0" marL="0">
              <a:lnSpc>
                <a:spcPts val="178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单个产品</a:t>
            </a:r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单独看，这些相关就消失或反转了。就好比"把苹果橘子混在一起看甜度和大小有关系，分开看没有"。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4625280"/>
            <a:ext cx="3733800" cy="96202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4634805"/>
            <a:ext cx="37338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4758630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方向反转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49586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W1C80_std → 膜点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513010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53015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PG31DS内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29100" y="4625280"/>
            <a:ext cx="3733800" cy="96202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29100" y="4634805"/>
            <a:ext cx="37338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2450" y="4758630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趋势伪相关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62450" y="49586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W1C88_mean → 熔体斑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62450" y="513010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2450" y="53015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去趋势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7200" y="4625280"/>
            <a:ext cx="3733800" cy="962025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77200" y="4634805"/>
            <a:ext cx="3733800" cy="0"/>
          </a:xfrm>
          <a:prstGeom prst="line">
            <a:avLst/>
          </a:prstGeom>
          <a:noFill/>
          <a:ln w="19050">
            <a:solidFill>
              <a:srgbClr val="1A6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0550" y="4758630"/>
            <a:ext cx="3536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维持稳健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10550" y="49586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压差 → 气泡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10550" y="513010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-0.36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10550" y="5301555"/>
            <a:ext cx="3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FP21内 r =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-0.78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758315" y="6648450"/>
            <a:ext cx="537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825" dirty="0"/>
          </a:p>
        </p:txBody>
      </p:sp>
      <p:pic>
        <p:nvPicPr>
          <p:cNvPr id="28" name="Image 0" descr="/Volumes/laxer/codes/skills/ industrial-deep-diagnostic/workspace/diagnostic-runs/202605280810048_lekai_diagnostic/03_figures/fig_09_simpson_parad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62000"/>
            <a:ext cx="11430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8588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CO-OCCURRENCE · 共现分析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1658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膜点与低聚物高度共现：来自上游挤出段的共同根因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5314950"/>
            <a:ext cx="50520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图：5种缺陷间Spearman相关矩阵 — 膜点-低聚物共现最亮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524500" y="762000"/>
            <a:ext cx="6412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共同根因证据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24500" y="1181100"/>
            <a:ext cx="6286500" cy="1230511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24500" y="1190625"/>
            <a:ext cx="6286500" cy="0"/>
          </a:xfrm>
          <a:prstGeom prst="line">
            <a:avLst/>
          </a:prstGeom>
          <a:noFill/>
          <a:ln w="19050">
            <a:solidFill>
              <a:srgbClr val="1A6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5950" y="1352550"/>
            <a:ext cx="60624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膜点-低聚物共现：可信度最高观测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95950" y="1619250"/>
            <a:ext cx="606247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 Spearman r = 0.61（Pearson r = 0.86）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695950" y="1829693"/>
            <a:ext cx="606247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PG31DS层内 r = 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6B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0.84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 共现不是产品混杂造成的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695950" y="2097286"/>
            <a:ext cx="60624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两者在物理上可能共享同一上游来源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4500" y="2544961"/>
            <a:ext cx="6286500" cy="1202829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24500" y="2554486"/>
            <a:ext cx="62865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5950" y="2716411"/>
            <a:ext cx="6062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物理推断：指向挤出段降解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695950" y="2964061"/>
            <a:ext cx="606247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环状三聚体形成需 T &gt; 200°C — 仅挤出段满足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695950" y="3174504"/>
            <a:ext cx="606247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低聚物在MD段是迁移/结晶，不是生成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95950" y="3384947"/>
            <a:ext cx="6062472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MD拉伸比3.08倍 — 上游微小缺陷被放大至可见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524500" y="3881140"/>
            <a:ext cx="6286500" cy="1097012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24500" y="3890665"/>
            <a:ext cx="62865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5950" y="4033540"/>
            <a:ext cx="60624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需要的数据 — 解决不可区分性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695950" y="4262140"/>
            <a:ext cx="606247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挤出段熔体粘度数据 — 直接验证降解假说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95950" y="4456361"/>
            <a:ext cx="606247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滤网更换日志 — 验证降解累积假设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95950" y="4650581"/>
            <a:ext cx="606247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原料PET IV/水分数据 — 分离产品vs过程效应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48492" y="6648450"/>
            <a:ext cx="637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25" dirty="0"/>
          </a:p>
        </p:txBody>
      </p:sp>
      <p:pic>
        <p:nvPicPr>
          <p:cNvPr id="27" name="Image 0" descr="/Volumes/laxer/codes/skills/ industrial-deep-diagnostic/workspace/diagnostic-runs/202605280810048_lekai_diagnostic/03_figures/fig_06_defect_cooccur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762000"/>
            <a:ext cx="4953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593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ELIMINATED · 已排除结论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37989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5项已排除结论（置信度 &gt; 90%）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516939" y="-190500"/>
            <a:ext cx="93132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81000" y="952500"/>
            <a:ext cx="5715000" cy="90487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962025"/>
            <a:ext cx="5715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300" y="1028700"/>
            <a:ext cx="329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1085850"/>
            <a:ext cx="49937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MD温度化学降解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47750" y="1276350"/>
            <a:ext cx="4227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47750" y="1495425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MD段84°C vs 挤出段280°C — 降解速率差10^9倍（Arrhenius定律），MD段不可能产生化学降解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6500" y="952500"/>
            <a:ext cx="5524500" cy="90487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0" y="962025"/>
            <a:ext cx="55245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28700"/>
            <a:ext cx="37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53250" y="1085850"/>
            <a:ext cx="47994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STD波动参数→膜点因果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53250" y="1276350"/>
            <a:ext cx="4185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53250" y="1495425"/>
            <a:ext cx="4799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离群+Simpson+Spearman三重证伪 — Pearson=0.52 vs Spearman=-0.13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2000250"/>
            <a:ext cx="5715000" cy="90487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1000" y="2009775"/>
            <a:ext cx="5715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300" y="2076450"/>
            <a:ext cx="3716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47750" y="2133600"/>
            <a:ext cx="49937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熔体斑参数因果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47750" y="2324100"/>
            <a:ext cx="413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47750" y="2543175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7对去趋势衰减59-100% — 全部由共享时间趋势驱动，无真实参数关联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6500" y="2000250"/>
            <a:ext cx="5524500" cy="904875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86500" y="2009775"/>
            <a:ext cx="55245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076450"/>
            <a:ext cx="379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53250" y="2133600"/>
            <a:ext cx="47994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灰尘MD参数关联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53250" y="2324100"/>
            <a:ext cx="4132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53250" y="2543175"/>
            <a:ext cx="47994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FP41(3批)dust均值1277为极端离群 — 删掉后所有灰尘相关消失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" y="3048000"/>
            <a:ext cx="11430000" cy="85725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81000" y="3057525"/>
            <a:ext cx="11430000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300" y="312420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47750" y="3181350"/>
            <a:ext cx="108230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拉伸比→缺陷因果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7750" y="3371850"/>
            <a:ext cx="4330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47750" y="3590925"/>
            <a:ext cx="108230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拉伸比CV &lt; 1%（几乎恒定3.08:1） — 变化量不足以解释缺陷波动，统计上无法建立因果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1000" y="4191000"/>
            <a:ext cx="11430000" cy="1279029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81000" y="4200525"/>
            <a:ext cx="11430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" y="4362450"/>
            <a:ext cx="112699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排除结论意味着什么？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1500" y="4629150"/>
            <a:ext cx="11269980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这5项意味着：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MD段温度波动不会导致膜点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（99%确定）、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参数波动不会导致膜点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（92%确定）、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熔体斑和时间趋势有关而非参数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（95%确定）、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灰尘和MD参数无关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（95%确定）、</a:t>
            </a:r>
            <a:pPr algn="l" indent="0" marL="0">
              <a:lnSpc>
                <a:spcPts val="1658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拉伸比不是原因</a:t>
            </a:r>
            <a:pPr algn="l" indent="0" marL="0">
              <a:lnSpc>
                <a:spcPts val="1658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（90%确定）。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71500" y="5107186"/>
            <a:ext cx="11269980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这帮助我们</a:t>
            </a:r>
            <a:pPr algn="l" indent="0" marL="0">
              <a:lnSpc>
                <a:spcPts val="1658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缩小了排查范围</a:t>
            </a:r>
            <a:pPr algn="l" indent="0" marL="0">
              <a:lnSpc>
                <a:spcPts val="1658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：问题主要不在MD段参数本身，而在上游挤出段（膜点/低聚物）和过滤器/脱气系统（气泡）。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751618" y="6648450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1450"/>
            <a:ext cx="14872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 STEPS · 行动建议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19100"/>
            <a:ext cx="1360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下一步行动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C800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5718" y="990600"/>
            <a:ext cx="134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857250" y="962025"/>
            <a:ext cx="2124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紧急 — 直接影响核心结论验证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276350"/>
            <a:ext cx="5648325" cy="110847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285875"/>
            <a:ext cx="5648325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" y="1447800"/>
            <a:ext cx="54115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安装在线熔体粘度计或定期取样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2450" y="1714500"/>
            <a:ext cx="54115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测量挤出段熔体粘度/PET降解产物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2450" y="1897261"/>
            <a:ext cx="54115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解决膜点+低聚物不可区分性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2450" y="2080022"/>
            <a:ext cx="5411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重点关注FG22和FP41批次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162675" y="1276350"/>
            <a:ext cx="5648325" cy="110847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62675" y="1285875"/>
            <a:ext cx="5648325" cy="0"/>
          </a:xfrm>
          <a:prstGeom prst="line">
            <a:avLst/>
          </a:prstGeom>
          <a:noFill/>
          <a:ln w="19050">
            <a:solidFill>
              <a:srgbClr val="C80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4125" y="1447800"/>
            <a:ext cx="54115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建立滤网更换日志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34125" y="1714500"/>
            <a:ext cx="54115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记录：时间 + 型号 + 更换前后压差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34125" y="1897261"/>
            <a:ext cx="541153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换滤网后压差突降→气泡应短暂增加→直接验证H4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34125" y="2080022"/>
            <a:ext cx="5411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C800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 ≥ 5次事件建立统计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295275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5689" y="2990850"/>
            <a:ext cx="113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57250" y="2967038"/>
            <a:ext cx="1700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重要 — 补全关键数据缺口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81000" y="3276600"/>
            <a:ext cx="5648325" cy="6858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000" y="3286125"/>
            <a:ext cx="5648325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450" y="3429000"/>
            <a:ext cx="541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记录原料批次PET IV值和水分含量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52450" y="3657600"/>
            <a:ext cx="541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分离产品基线差异 vs 真实过程效应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62675" y="3276600"/>
            <a:ext cx="5648325" cy="685800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62675" y="3286125"/>
            <a:ext cx="5648325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4125" y="3429000"/>
            <a:ext cx="541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FP41灰尘极端值根源调查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334125" y="3657600"/>
            <a:ext cx="541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FP41(3批)dust均值1277，其他产品&lt;22 — 确认是否测量异常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438150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5718" y="4419600"/>
            <a:ext cx="134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857250" y="4400550"/>
            <a:ext cx="17228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 — 进一步提升分析能力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1000" y="4705350"/>
            <a:ext cx="5648325" cy="566738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81000" y="4714875"/>
            <a:ext cx="5648325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450" y="4838700"/>
            <a:ext cx="54115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PG31DS聚焦分析（67批）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2450" y="5000625"/>
            <a:ext cx="54115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消除产品混杂后观察真实参数-缺陷关系，现有数据即可完成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162675" y="4705350"/>
            <a:ext cx="5648325" cy="566738"/>
          </a:xfrm>
          <a:prstGeom prst="rect">
            <a:avLst/>
          </a:prstGeom>
          <a:solidFill>
            <a:srgbClr val="F0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162675" y="4714875"/>
            <a:ext cx="5648325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4125" y="4838700"/>
            <a:ext cx="54115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记录环境温湿度和洁净室压差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4125" y="5000625"/>
            <a:ext cx="54115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熔体斑趋势和灰尘根因可能关联环境因素，低成本高回报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381000" y="5434013"/>
            <a:ext cx="11430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1000" y="5553075"/>
            <a:ext cx="116586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预期效果：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P0完成后可验证气泡机制并解开膜点/低聚物不可区分性，将整体置信度从45提升至70+。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381000" y="6581775"/>
            <a:ext cx="11430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701611" y="6648450"/>
            <a:ext cx="1115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2026-05-30T04:29:15Z</dcterms:created>
  <dcterms:modified xsi:type="dcterms:W3CDTF">2026-05-30T04:29:15Z</dcterms:modified>
</cp:coreProperties>
</file>