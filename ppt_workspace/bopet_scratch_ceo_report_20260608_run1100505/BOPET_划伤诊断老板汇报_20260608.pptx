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2151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 SCRATCH DIAGNOSIS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BOPET划伤诊断：已确认主矛盾，但不能过早宣布单一根因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422350"/>
            <a:ext cx="11347704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6A67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这是一份给企业老板的汇报版本。目标不是展示“分析做了多少”，而是讲清楚四件事：现在最稳的结论是什么、它是怎么得出来的、哪些地方还不能过度下结论、下一步企业要做什么。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082701"/>
            <a:ext cx="5943600" cy="3276600"/>
          </a:xfrm>
          <a:prstGeom prst="roundRect">
            <a:avLst>
              <a:gd name="adj" fmla="val 5426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269927"/>
            <a:ext cx="55766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这次汇报只回答四个管理层问题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8475" y="2727127"/>
            <a:ext cx="5264051" cy="94595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63"/>
              </a:lnSpc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当前最稳的结论到底是什么？</a:t>
            </a:r>
            <a:endParaRPr lang="en-US" sz="1150" dirty="0"/>
          </a:p>
          <a:p>
            <a:pPr algn="l" marL="101600" indent="-101600">
              <a:lnSpc>
                <a:spcPts val="1863"/>
              </a:lnSpc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证据链是如何一层一层收束出来的？</a:t>
            </a:r>
            <a:endParaRPr lang="en-US" sz="1150" dirty="0"/>
          </a:p>
          <a:p>
            <a:pPr algn="l" marL="101600" indent="-101600">
              <a:lnSpc>
                <a:spcPts val="1863"/>
              </a:lnSpc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为什么现在还不能替团队提前宣布唯一根因？</a:t>
            </a:r>
            <a:endParaRPr lang="en-US" sz="1150" dirty="0"/>
          </a:p>
          <a:p>
            <a:pPr algn="l" marL="101600" indent="-101600">
              <a:lnSpc>
                <a:spcPts val="1863"/>
              </a:lnSpc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企业下一步要投入哪些验证和治理动作？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0" y="2082701"/>
            <a:ext cx="4800600" cy="3276600"/>
          </a:xfrm>
          <a:prstGeom prst="roundRect">
            <a:avLst>
              <a:gd name="adj" fmla="val 5426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96125" y="2269927"/>
            <a:ext cx="44108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96125" y="2930426"/>
            <a:ext cx="4410837" cy="37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方向已经收敛。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96125" y="3463826"/>
            <a:ext cx="4410837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FD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当前主矛盾是“划伤表现受型号基线强影响，且过程稳定性证据不足以锁定唯一工艺根因”。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96125" y="4581376"/>
            <a:ext cx="4410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D8E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经营层需要支持的是验证资源和跨部门协同，而不是现在就替技术团队拍板“就是某个参数”。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400" y="5587901"/>
            <a:ext cx="11125200" cy="685800"/>
          </a:xfrm>
          <a:prstGeom prst="roundRect">
            <a:avLst>
              <a:gd name="adj" fmla="val 25926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525" y="5787926"/>
            <a:ext cx="108619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ID: 202606081100505_BOPET_scratch_diagnosis ｜ 主数据 55批次，辅助数据 149批次 ｜ 诊断类型：COMPETING_SET ｜ 报告判定：Judge 91/100 PASS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15861" y="6569125"/>
            <a:ext cx="29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815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TAKEAWAYS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这次汇报最重要的，不是“找到了唯一参数”，而是“知道该怎样继续缩小范围”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5260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193982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现在能确认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473226"/>
            <a:ext cx="492894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型号基线差异是当前最稳、最可重复的统计信号。不同型号的划伤均值在主数据中相差30倍以上，说明“产品条件差异”必须先被控制住。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49901" y="175260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88026" y="193982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现在不能确认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8026" y="2473226"/>
            <a:ext cx="492894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 5#辊扭矩、温度偏移或某一个单独参数，直接对外宣布为唯一根因。现有数据只能支持“若干竞争假设并存”。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3400" y="3911501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525" y="4098727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已经被纠偏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1525" y="4632127"/>
            <a:ext cx="492894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此前看起来很强的相关关系，经过 Spearman 和离群值检查后，被纠正为“可能由极端批次放大”的伪相关。这个纠偏非常关键，避免企业押错方向。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49901" y="3911501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88026" y="4098727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企业要立刻做什么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8026" y="4632127"/>
            <a:ext cx="4928946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补秒级在线数据、记录每个型号的完整设定值、安排同型号对照实验。下一步最重要的是让 H1 / H2 / H3 真正可区分，而不是继续靠批次级相关猜答案。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532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AND DATA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分析对象是 MD 纵拉段 18 根辊的稳定性，不是单个设备点位的孤立异常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77901"/>
            <a:ext cx="3149501" cy="4089350"/>
          </a:xfrm>
          <a:prstGeom prst="roundRect">
            <a:avLst>
              <a:gd name="adj" fmla="val 5645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1965127"/>
            <a:ext cx="27267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先把术语翻成老板能听懂的话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498527"/>
            <a:ext cx="272671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</a:t>
            </a:r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：材料开始从“偏硬”转向“可以被拉伸”的温度门槛，PET 大约在 75°C。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1525" y="3362176"/>
            <a:ext cx="2726716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预热段</a:t>
            </a:r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：先把薄膜加到接近可拉伸状态。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1525" y="3997226"/>
            <a:ext cx="272671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拉伸段</a:t>
            </a:r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：真正把薄膜拉开的关键区，也是表面最容易出问题的敏感区。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1525" y="4860727"/>
            <a:ext cx="272671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急冷段</a:t>
            </a:r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：把状态快速固定下来，防止后续继续变化。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11501" y="1777901"/>
            <a:ext cx="774695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49626" y="1965127"/>
            <a:ext cx="74161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产线可以简化理解成三段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49626" y="2498527"/>
            <a:ext cx="2235101" cy="914400"/>
          </a:xfrm>
          <a:prstGeom prst="roundRect">
            <a:avLst>
              <a:gd name="adj" fmla="val 19444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7751" y="2685752"/>
            <a:ext cx="17940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7751" y="2965252"/>
            <a:ext cx="1794028" cy="43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1-5#辊，约75-76°C，让薄膜接近可拉伸状态。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38776" y="2498527"/>
            <a:ext cx="2235101" cy="914400"/>
          </a:xfrm>
          <a:prstGeom prst="roundRect">
            <a:avLst>
              <a:gd name="adj" fmla="val 19444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6901" y="2685752"/>
            <a:ext cx="17940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6901" y="2965252"/>
            <a:ext cx="1794028" cy="64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6-11#辊，约82-83°C，真正把薄膜拉开，是本次关注核心。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27927" y="2498527"/>
            <a:ext cx="2311301" cy="914400"/>
          </a:xfrm>
          <a:prstGeom prst="roundRect">
            <a:avLst>
              <a:gd name="adj" fmla="val 19444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66052" y="2685752"/>
            <a:ext cx="18717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急冷段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66052" y="2965252"/>
            <a:ext cx="1871752" cy="43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12-18#辊，约31-36°C，把状态固定下来。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11501" y="3911501"/>
            <a:ext cx="7746950" cy="685800"/>
          </a:xfrm>
          <a:prstGeom prst="roundRect">
            <a:avLst>
              <a:gd name="adj" fmla="val 25926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49626" y="4124176"/>
            <a:ext cx="741611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老板翻译：薄膜最容易积累划伤风险的，是“开始变软后被真正拉开”的这段，也就是本次重点看的 MD 拉伸段。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911501" y="4800600"/>
            <a:ext cx="7746950" cy="106680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49626" y="4987826"/>
            <a:ext cx="74161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这次数据覆盖了什么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49626" y="5394275"/>
            <a:ext cx="741611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 55 批次，辅助数据 149 批次；共分析 266 个参数，包括 18 根辊的温度、速度、扭矩与相关工艺变量。也就是说，我们不是只盯一个点位，而是对整段稳定性做了扫描。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4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 CHAIN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我们不是凭感觉下结论，而是按“分层、纠偏、排除、保留”的顺序逐步收束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184350"/>
            <a:ext cx="1854101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0022" y="2346275"/>
            <a:ext cx="156085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0022" y="2752576"/>
            <a:ext cx="1560856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先看数据分布和型号差异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0022" y="3133576"/>
            <a:ext cx="1560856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判断问题是在产品间还是产品内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2717750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70150" y="2184350"/>
            <a:ext cx="1854101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16773" y="2346275"/>
            <a:ext cx="156085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6773" y="2752576"/>
            <a:ext cx="1560856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看相关图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6773" y="3133576"/>
            <a:ext cx="1560856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把可疑参数先找出来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1350" y="2717750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06901" y="2184350"/>
            <a:ext cx="1854101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53523" y="2346275"/>
            <a:ext cx="156085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53523" y="2752576"/>
            <a:ext cx="1560856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Spearman / 离群值检查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53523" y="3133576"/>
            <a:ext cx="1560856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把表面强相关纠偏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88101" y="2717750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43800" y="2184350"/>
            <a:ext cx="1854101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90422" y="2346275"/>
            <a:ext cx="156085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90422" y="2752576"/>
            <a:ext cx="1560856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排除温度、过滤器等弱方向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90422" y="3133576"/>
            <a:ext cx="1560856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识别仍然存活的假设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25000" y="2717750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80550" y="2184350"/>
            <a:ext cx="1777901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27935" y="2346275"/>
            <a:ext cx="148313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27935" y="2752576"/>
            <a:ext cx="1483132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COMPETING_SET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27935" y="3133576"/>
            <a:ext cx="1483132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并给出下一步验证动作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3400" y="4191000"/>
            <a:ext cx="11125200" cy="1447800"/>
          </a:xfrm>
          <a:prstGeom prst="roundRect">
            <a:avLst>
              <a:gd name="adj" fmla="val 12281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1525" y="4378226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这条证据链的意义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1525" y="4937075"/>
            <a:ext cx="10861929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它保证我们的结论不是“谁看图更像谁就算谁”，而是每往前走一步，都在缩小不确定性：先找大信号，再纠偏，再排除，最后把剩下的假设交给验证动作去区分。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3400" y="5816501"/>
            <a:ext cx="11125200" cy="482501"/>
          </a:xfrm>
          <a:prstGeom prst="roundRect">
            <a:avLst>
              <a:gd name="adj" fmla="val 36850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1525" y="5952976"/>
            <a:ext cx="1086192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老板翻译：这次不是“没找到答案”，而是“已经把问题范围缩小到值得投入验证资源的程度”。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676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型号差异是当前最稳的统计信号：不同型号的划伤基线相差 30 倍以上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75550" y="1854101"/>
            <a:ext cx="3682901" cy="1193750"/>
          </a:xfrm>
          <a:prstGeom prst="roundRect">
            <a:avLst>
              <a:gd name="adj" fmla="val 14894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13675" y="2041327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13675" y="2498527"/>
            <a:ext cx="327078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这是箱线图。中间的线看“典型水平”，盒子的高度看“波动范围”，离散点看“异常高值”。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75550" y="3251150"/>
            <a:ext cx="3682901" cy="1269950"/>
          </a:xfrm>
          <a:prstGeom prst="roundRect">
            <a:avLst>
              <a:gd name="adj" fmla="val 14001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13675" y="3438376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3675" y="3895576"/>
            <a:ext cx="3270784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PG22C 长期低划伤，而 PG32D、FP21 等型号基线明显更高。当前最稳的信号先来自“型号差异”，不是单个工艺参数。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75550" y="4724400"/>
            <a:ext cx="3682901" cy="1117550"/>
          </a:xfrm>
          <a:prstGeom prst="roundRect">
            <a:avLst>
              <a:gd name="adj" fmla="val 15910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13675" y="4911626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3675" y="5368826"/>
            <a:ext cx="3270784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型号差异说明“条件不同”，但它本身不是最终物理根因。它告诉我们：后续分析必须先分型号再谈参数。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81100505_BOPET_scratch_diagnosis/03_figures/fig1_scratch_by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7111901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5号辊扭矩波动看起来像最强关联，但严格纠偏后不能再当作单一根因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13550" y="1854101"/>
            <a:ext cx="4444901" cy="1269950"/>
          </a:xfrm>
          <a:prstGeom prst="roundRect">
            <a:avLst>
              <a:gd name="adj" fmla="val 14001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51675" y="2041327"/>
            <a:ext cx="40480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51675" y="2498527"/>
            <a:ext cx="4048024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散点图是看“一个参数变大时，缺陷是不是也跟着变大”。不同颜色代表不同型号，所以能看到“是不是只有某个型号在拉高相关”。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13550" y="3327350"/>
            <a:ext cx="4444901" cy="1473101"/>
          </a:xfrm>
          <a:prstGeom prst="roundRect">
            <a:avLst>
              <a:gd name="adj" fmla="val 12070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1675" y="3514576"/>
            <a:ext cx="40480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关键纠偏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1675" y="3971776"/>
            <a:ext cx="4048024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149批全数据里，FP21 的 Pearson r = 0.935，但 Spearman rho 只有 0.2504，而且主要受一个极端批次拉动。对老板的翻译：表面很直，不代表大多数批次都遵守这条关系。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13550" y="5003750"/>
            <a:ext cx="4444901" cy="838200"/>
          </a:xfrm>
          <a:prstGeom prst="roundRect">
            <a:avLst>
              <a:gd name="adj" fmla="val 2121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1675" y="5190976"/>
            <a:ext cx="40480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1675" y="5521226"/>
            <a:ext cx="404802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扭矩波动仍是值得盯住的方向，但现在不能对外说“它就是唯一根因”。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81100505_BOPET_scratch_diagnosis/03_figures/fig3_w1c80_std_vs_scr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6349901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型号内趋势并不一致，这说明除了型号差异，还存在尚未被直接测到的过程退化因素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5334000"/>
            <a:ext cx="3555950" cy="965150"/>
          </a:xfrm>
          <a:prstGeom prst="roundRect">
            <a:avLst>
              <a:gd name="adj" fmla="val 18422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552122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5876925"/>
            <a:ext cx="314129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不要只看全局均值，要看同一个型号内部是稳定、上升还是混乱。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17950" y="5334000"/>
            <a:ext cx="3555950" cy="965150"/>
          </a:xfrm>
          <a:prstGeom prst="roundRect">
            <a:avLst>
              <a:gd name="adj" fmla="val 1842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6075" y="552122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6075" y="5876925"/>
            <a:ext cx="3141294" cy="70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PG31DS、PG32B 在型号内有上升趋势，说明“型号基线”不是全部答案，可能还有过程退化因素。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02501" y="5334000"/>
            <a:ext cx="3555950" cy="965150"/>
          </a:xfrm>
          <a:prstGeom prst="roundRect">
            <a:avLst>
              <a:gd name="adj" fmla="val 18422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40626" y="552122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0626" y="5876925"/>
            <a:ext cx="314129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趋势存在，不代表已经知道退化源头。可能是辊面、张力、机械状态等未测因素。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9193" y="6569125"/>
            <a:ext cx="316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81100505_BOPET_scratch_diagnosis/03_figures/fig4_per_model_scratch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28800"/>
            <a:ext cx="11125200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温度不是现在最应该继续押注的方向：主数据里方向不稳、量级也不够解释全部划伤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200" y="1854101"/>
            <a:ext cx="3962400" cy="1168301"/>
          </a:xfrm>
          <a:prstGeom prst="roundRect">
            <a:avLst>
              <a:gd name="adj" fmla="val 13045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8875" y="2041327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 是什么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08875" y="2473226"/>
            <a:ext cx="3607638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PET 在约 75°C 附近开始从偏硬状态转向可拉伸状态，所以预热和拉伸段温度理论上重要，但不能只凭“理论上重要”就下根因结论。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96200" y="3225701"/>
            <a:ext cx="3962400" cy="1422350"/>
          </a:xfrm>
          <a:prstGeom prst="roundRect">
            <a:avLst>
              <a:gd name="adj" fmla="val 10715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08875" y="3412927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为什么温度现在不能坐上主桌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8875" y="3844826"/>
            <a:ext cx="3607638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55批主数据里，预热温度和划伤是负相关；149批全数据里又变成正相关。方向反转说明它受混杂或极端批次影响大，不够稳定。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96200" y="4851350"/>
            <a:ext cx="39624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08875" y="5038576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8875" y="5419576"/>
            <a:ext cx="3607638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温度可以继续关注，但不应成为当前整改资源的第一优先级。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81100505_BOPET_scratch_diagnosis/03_figures/fig2_temperature_zon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6832550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主时序图把质量尖峰和过程波动串起来了，但批次级数据还不足以判定谁先谁后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5232350"/>
            <a:ext cx="3555950" cy="1066800"/>
          </a:xfrm>
          <a:prstGeom prst="roundRect">
            <a:avLst>
              <a:gd name="adj" fmla="val 16667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541957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5800576"/>
            <a:ext cx="3141294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看红区附近，哪些过程变量的波动也同时抬头。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17950" y="5232350"/>
            <a:ext cx="3555950" cy="106680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6075" y="541957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6075" y="5800576"/>
            <a:ext cx="314129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质量尖峰与过程波动存在批次级同步性，所以“过程稳定性问题”这个方向是可信的。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02501" y="5232350"/>
            <a:ext cx="3555950" cy="1066800"/>
          </a:xfrm>
          <a:prstGeom prst="roundRect">
            <a:avLst>
              <a:gd name="adj" fmla="val 16667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40626" y="541957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0626" y="5800576"/>
            <a:ext cx="3141294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当前不是秒级数据，而且 time_sorted 未确认，所以还不能直接说谁先发生、谁驱动谁。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81100505_BOPET_scratch_diagnosis/03_figures/fig_master_time_aligned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11125200" cy="3149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735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GLOSSARY AND LIMITS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听懂这四个词，就能明白为什么这次结论必须讲得既坚定又克制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87955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6075" y="206677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Pearson相关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075" y="249867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看两个量是不是沿着“直线关系”一起变大或变小。优点是直观，风险是很容易被极端大值拉歪。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901" y="187955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62576" y="206677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Spearman相关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2576" y="249867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不看绝对大小，只看大小规律是不是一致。对于偏态分布和极端批次很多的场景，更稳。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3400" y="373380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392102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离群点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6075" y="435292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极少数特别异常的大值。它会让“少数批次的极端现象”看起来像“所有批次都遵循的规律”。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901" y="373380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2576" y="392102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COMPETING_SET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2576" y="435292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不是没方向，而是还有多个假设同时活着。对管理层而言，这意味着现在最有价值的是支持验证，而不是提前选边。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400" y="5587901"/>
            <a:ext cx="11125200" cy="711101"/>
          </a:xfrm>
          <a:prstGeom prst="roundRect">
            <a:avLst>
              <a:gd name="adj" fmla="val 25004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1525" y="5775127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1525" y="5876776"/>
            <a:ext cx="10861929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我们已经知道“往哪里查”，但还没有到可以替技术团队宣布“就它一个”的阶段。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347252" y="6569125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0195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下一步不是继续争论，而是用在线数据和对照实验把 H1、H2、H3 真正分开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2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阶段一：本周内先稳现场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4274" y="2676525"/>
            <a:ext cx="3167253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 FP21、PG32D 等敏感型号补采秒级扭矩、速度、张力同步数据。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4274" y="3387626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统一记录每个型号的完整设定值、厚度和配方。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4274" y="4048125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固化 PG22C 等低缺陷窗口作为对照基准。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15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123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阶段二：两周内做验证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2374" y="2676525"/>
            <a:ext cx="3167253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做同型号对照实验，分辨扭矩链和速度 / 拉伸比链。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2374" y="3387626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记录辊面维护、滤网更换、设备状态事件时间戳。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12374" y="4048125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单独复盘149批全数据里的极端批次。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604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阶段三：一个月内固化机制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0474" y="2676525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建立“过程波动异常 -&gt; 质量风险预警”规则。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60474" y="3387626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视条件补更直接的在线张力或接触测量。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0474" y="4048125"/>
            <a:ext cx="3167253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把型号切换管理纳入质量治理看板。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3400" y="5486400"/>
            <a:ext cx="11125200" cy="812750"/>
          </a:xfrm>
          <a:prstGeom prst="roundRect">
            <a:avLst>
              <a:gd name="adj" fmla="val 21876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" y="5673626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责任分工提醒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1525" y="5978426"/>
            <a:ext cx="10861929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工艺负责实验设计，设备负责在线测量与事件日志，质量负责极端批次回溯，生产负责为同型号试验留出窗口。没有协同，这个问题只会反复在不同型号上出现。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370022" y="6569125"/>
            <a:ext cx="3462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4805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REQUEST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管理层现在要拍板的，是“验证资源”和“协同机制”，不是替技术团队提前选答案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347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1200"/>
            <a:ext cx="4521101" cy="3327350"/>
          </a:xfrm>
          <a:prstGeom prst="roundRect">
            <a:avLst>
              <a:gd name="adj" fmla="val 5344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168426"/>
            <a:ext cx="41257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汇报收口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778026"/>
            <a:ext cx="4125748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当前最稳的结论，是“型号基线差异必须先控制，过程稳定性问题必须继续验证”；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1525" y="3895725"/>
            <a:ext cx="4125748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FFD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最不应该做的，是在证据还不够时，过早宣布某个单一参数就是最终根因。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60950" y="1981200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99075" y="2168426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99075" y="2498675"/>
            <a:ext cx="5835676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批准同型号验证试车窗口，优先覆盖 FP21、PG32D 等敏感型号。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60950" y="3149501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99075" y="3336727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99075" y="3666976"/>
            <a:ext cx="5835676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批准秒级在线数据采集和设备事件日志完善，不再只依赖批次级汇总。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60950" y="4317950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99075" y="4505176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99075" y="4835426"/>
            <a:ext cx="5835676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要求工艺、设备、质量共用一个“型号设定与质量基线”基准表，防止型号切换被当成黑箱。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60950" y="5486400"/>
            <a:ext cx="6197501" cy="812750"/>
          </a:xfrm>
          <a:prstGeom prst="roundRect">
            <a:avLst>
              <a:gd name="adj" fmla="val 218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99075" y="5724525"/>
            <a:ext cx="583567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如果这三件事能落下去，下一轮汇报就有机会从“方向已收敛”走到“单根因已锁定”。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347252" y="6569125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BOPET划伤诊断老板汇报</dc:title>
  <dc:subject>BOPET scratch diagnosis CEO report</dc:subject>
  <dc:creator>Codex</dc:creator>
  <cp:lastModifiedBy>Codex</cp:lastModifiedBy>
  <cp:revision>1</cp:revision>
  <dcterms:created xsi:type="dcterms:W3CDTF">2026-06-08T14:09:13Z</dcterms:created>
  <dcterms:modified xsi:type="dcterms:W3CDTF">2026-06-08T14:09:13Z</dcterms:modified>
</cp:coreProperties>
</file>